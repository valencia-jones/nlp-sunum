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SOSYAL MEDYA METİNLERİNDE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DUYGU SINIFLANDIRMASI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KAMUOYU ÖLÇÜMÜ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metni sınıflandırıyor; peki insanın gerçek tutumunu ne kadar temsil ediyor?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828800" cy="4572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Doğal Dil İşleme (NLP)  ·  Üniversite Dersi Sunumu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Soru ve Kavramsal Ayrımlar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Sosyal medya metinlerinden duygu eğilimi çıkarmak, gerçekten kamuoyunun ne düşündüğünü ölçmek anlamına gelir mi?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 Kamuoyu ölçümü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 Stance detection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accuracy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 Toplumun gerçek görüşü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Sosyal medya örneklemi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520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 Toplumun tamamı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Zinciri: Metinden Sınıfa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1E4D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 metin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Tweet / yorum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57400" y="128016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463040"/>
            <a:ext cx="594360" cy="594360"/>
          </a:xfrm>
          <a:prstGeom prst="ellipse">
            <a:avLst/>
          </a:prstGeom>
          <a:solidFill>
            <a:srgbClr val="1E4D6B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5544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48840" y="2240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 işleme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94760" y="128016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463040"/>
            <a:ext cx="594360" cy="594360"/>
          </a:xfrm>
          <a:prstGeom prst="ellipse">
            <a:avLst/>
          </a:prstGeom>
          <a:solidFill>
            <a:srgbClr val="1E4D6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5544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86200" y="2240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Özellik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/ emb.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32120" y="128016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463040"/>
            <a:ext cx="594360" cy="594360"/>
          </a:xfrm>
          <a:prstGeom prst="ellipse">
            <a:avLst/>
          </a:prstGeom>
          <a:solidFill>
            <a:srgbClr val="1E4D6B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5544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240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Sınıflandırıcı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/ BERT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69480" y="128016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0" y="1463040"/>
            <a:ext cx="594360" cy="594360"/>
          </a:xfrm>
          <a:prstGeom prst="ellipse">
            <a:avLst/>
          </a:prstGeom>
          <a:solidFill>
            <a:srgbClr val="1E4D6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15544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60920" y="2240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092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/ Neg / Nötr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 yaptığı iş: metni bir sınıfa atamak.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İroni ve Sarkazm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Yazılan kelime ile anlatılmak istenen anlam aynı olmayabilir.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 “Harika, yine üç saat bekledik.”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Yüzey anlamı → pozitif     |     Bağlamdaki olası anlam → negatif / ironik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İroni ve sarkazmda kutupluluk tersine dönebilir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Model kelimeleri görür, niyeti değil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Türkçe sosyal medyada yanlış anlaşılan ironi yaygın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Bağlam olmadan ironiyi yakalamak zordur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Bağlam, Mecaz ve İnternet Dili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91440" cy="64008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868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868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Kısa metinlerde önceki konuşma veya durum eksik kalır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08760"/>
            <a:ext cx="91440" cy="64008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1600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Örtük ifade ve mecazi kullanım sınıflandırmayı bozar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91440" cy="64008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 / Kısaltma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2331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özgü dil modellerde seyrek görülür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91440" cy="64008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İnternet dili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3063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Emoji, yazım varyasyonları, karışık kod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03320"/>
            <a:ext cx="91440" cy="64008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Dilsel çeşitlilik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08960" y="3794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Bölgesel varyantlar ve konuşma dili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Performansı Nedir?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 tahmin oranı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0604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Kesinlik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Duyarlılık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914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Harmonik ortalama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0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mesaj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accuracy tek başına yeterli değildir.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 dengesizliği ve majority-class bias, metrikleri yanıltıcı hale getirebilir.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seti performansı ≠ gerçek dünya genellemesi.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Seti de Sonucu Belirler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Etiket kalitesi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Annotator uyumu ve tutarlılık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 dağılımı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Dengesizlik majority-class bias üretir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Örneklem temsili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Sosyal medya kullanıcıları ≠ toplum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/ sahte hesaplar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kalitesini bozar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sınıflandırma + temsil edilmeyen veri = güvenilir kamuoyu ölçümü değildir.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Literatürden Türkçe Örnekler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Aksaya &amp; Gülseçen (2026)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Sözlük tabanlı (lexicon-based) Türkçe duygu analizi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Bircan &amp; Eldem (2026)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platformunda kullanıcı bazlı konu, kelime ve duygu analizi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Çöltekin &amp; Güneş (2026)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sosyal medyada yanlış anlaşılan ironi korpusu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çalışmalar metin analizi yapar; kamuoyu ölçümü iddiası taşımaz.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  ≠  Stance Detection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Metnin genel duygusal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kutupluluğu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Pozitif / Negatif / Nötr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 film çok kötüydü.”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Negatif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Belirli bir konu / kişi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nesneye karşı tutum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 / Against / Neither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 politika doğru değil.”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Against (konuya)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StanceNakba (2026): Aktör ve konu bilinceli duruş analizi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Bizim Mini NLP Deneyimiz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Türkçe cümle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metin türü: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· ironi · bağlam · internet_dili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etiket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negatif  ·  4 nötr  ·  3 pozitif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TF-IDF: 20 × 92 özellik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Logistic Regression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Stratified CV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Metodolojik uyarı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deney genellenebilir bir model performansı iddiası değildir.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 içi gösterim amaçlıdır.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etiket ≠ ground truth / toplum görüşü.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Deney Sonuçları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= 0.65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= 0.26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 = 0.51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0.65  ·  R 1.00  ·  F1 0.79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Nötr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0.00  ·  R 0.00  ·  F1 0.00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Pozitif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0.00  ·  R 0.00  ·  F1 0.00</a:t>
            </a:r>
            <a:endParaRPr lang="en-US" sz="1200" dirty="0"/>
          </a:p>
        </p:txBody>
      </p:sp>
      <p:pic>
        <p:nvPicPr>
          <p:cNvPr id="13" name="Image 0" descr="/home/workdir/artifact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640080"/>
            <a:ext cx="4114800" cy="3931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Çarpıcı Bulgu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20 örneğin tamamını negatif tahmin etti.</a:t>
            </a:r>
            <a:endParaRPr lang="en-US" sz="1600" dirty="0"/>
          </a:p>
        </p:txBody>
      </p:sp>
      <p:pic>
        <p:nvPicPr>
          <p:cNvPr id="5" name="Image 0" descr="/home/workdir/artifact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51560"/>
            <a:ext cx="64008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İnsan: 13 negatif / 4 nötr / 3 pozitif     →     Model: 20 negatif / 0 nötr / 0 pozitif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 Türüne Göre Model Hataları</a:t>
            </a:r>
            <a:endParaRPr lang="en-US" sz="2000" dirty="0"/>
          </a:p>
        </p:txBody>
      </p:sp>
      <p:pic>
        <p:nvPicPr>
          <p:cNvPr id="4" name="Image 0" descr="/home/workdir/artifac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0292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0584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6035040" y="1188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Önemli uyarı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16459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hata ≠ model bu özelliği anladı.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bütün örnekleri negatif sınıfına yönlendirdiği için ironi ve internet_dili’nde de “doğru” görünmüştür.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Deneyden Çıkan Ders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metni sınıflandırabilir.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 daha önemli soru: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“Modelin sınıflandırması insanın verdiği anlamı ne kadar temsil ediyor?”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Küçük n (n=20)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26517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 dengesizliği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6517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referans etiket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26517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Majority-class bias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Metni Sınıflandırıyor  ≠  Kamuoyunu Ölçüyor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 metin negatif.”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Etiketlenmiş metin üzerinde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 tahmini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6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120640" y="9144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KAMUOYU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1691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“Toplumun genel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tutumu nedir?”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Temsilî örneklem + anket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tasarımı gerekir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İroni  ·  Bağlam  ·  Dil çeşitliliği  ·  Veri yanlılığı  ·  Örneklem temsili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tabanlı duygu sınıflandırması sosyal medya metinlerindeki duygu eğilimlerini analiz edebilir; ancak model performansı, kamuoyunu ölçme başarısı ile aynı şey değildir.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Metni sınıflandırmak, insanı temsil etmek değildir.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  ·  Sorularınız?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Kaynakça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Çöltekin &amp; Güneş (2026). A Corpus of Misunderstood Irony on Turkish Social Media. https://aclanthology.org/2026.lrec-1.879/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Aldous et al. (2026). StanceNakba Shared Task. https://aclanthology.org/2026.nakbanlp-1.8/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545336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Aksaya &amp; Gülseçen (2026). Lexicon-Based Sentiment Analysis in Turkish. https://doi.org/10.3390/app16136612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02082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Bircan &amp; Eldem (2026). User-based topic, word and sentiment analysis… https://doi.org/10.25092/baunfbed.1750569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4963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Ortega Bueno (2025). New Avenues in Computational Irony Detection… https://personales.upv.es/prosso/resources/OrtegaPhD.pdf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97180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Online Public Opinion… Applied Sciences. https://doi.org/10.3390/app16136685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44728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Reuters (2024). Fake US election-related accounts on X. https://www.reuters.com/world/us/fake-us-election-related-accounts-proliferating-x-study-says-2024-05-24/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922776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WSJ. Here’s What Our AI Tool Has Taught Us About Political Winds. https://www.wsj.com/politics/heres-what-our-ai-tool-has-taught-us-about-political-winds-bad89866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Sosyal Medya Metinlerinde Duygu Sınıflandırması ve Kamuoyu Ölçümü</dc:title>
  <dc:subject>PptxGenJS Presentation</dc:subject>
  <dc:creator>NLP Ders Sunumu</dc:creator>
  <cp:lastModifiedBy>NLP Ders Sunumu</cp:lastModifiedBy>
  <cp:revision>1</cp:revision>
  <dcterms:created xsi:type="dcterms:W3CDTF">2026-10-05T14:07:53Z</dcterms:created>
  <dcterms:modified xsi:type="dcterms:W3CDTF">2026-10-05T14:07:53Z</dcterms:modified>
</cp:coreProperties>
</file>